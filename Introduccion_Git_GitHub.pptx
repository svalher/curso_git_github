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3277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2735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-1280160" y="5120640"/>
            <a:ext cx="3108960" cy="3108960"/>
          </a:xfrm>
          <a:prstGeom prst="ellipse">
            <a:avLst/>
          </a:prstGeom>
          <a:solidFill>
            <a:srgbClr val="2735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PRIMEROS PASOS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Introducción a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y GitHub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versiones, ramas y colaboración en equipo, desde cero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297680"/>
            <a:ext cx="2103120" cy="411480"/>
          </a:xfrm>
          <a:prstGeom prst="roundRect">
            <a:avLst>
              <a:gd name="adj" fmla="val 17778"/>
            </a:avLst>
          </a:prstGeom>
          <a:solidFill>
            <a:srgbClr val="3776A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640080" y="4297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926080" y="4297680"/>
            <a:ext cx="2103120" cy="411480"/>
          </a:xfrm>
          <a:prstGeom prst="roundRect">
            <a:avLst>
              <a:gd name="adj" fmla="val 17778"/>
            </a:avLst>
          </a:prstGeom>
          <a:solidFill>
            <a:srgbClr val="9B4F9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2926080" y="4297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212080" y="4297680"/>
            <a:ext cx="2103120" cy="411480"/>
          </a:xfrm>
          <a:prstGeom prst="roundRect">
            <a:avLst>
              <a:gd name="adj" fmla="val 17778"/>
            </a:avLst>
          </a:prstGeom>
          <a:solidFill>
            <a:srgbClr val="E76F0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5212080" y="4297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98080" y="4297680"/>
            <a:ext cx="2103120" cy="411480"/>
          </a:xfrm>
          <a:prstGeom prst="roundRect">
            <a:avLst>
              <a:gd name="adj" fmla="val 17778"/>
            </a:avLst>
          </a:prstGeom>
          <a:solidFill>
            <a:srgbClr val="1F9D7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7498080" y="42976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6263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Tecnológico de Durango · TecNM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en Inteligencia Artificial · Fundamentos de Programación (IAD-2413)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y GitHub NO son lo mismo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confusión número uno de todo principiante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21945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76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4F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es?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programa que corre en tu computadora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sitio web (servicio en la nube)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¿Para qué sirve?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Llevar el historial de cambios de tus archivos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Guardar ese historial en internet y compartirlo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¿Lo necesitas para programar?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Sí, si quieres control de versiones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No, es opcional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931920"/>
            <a:ext cx="110642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Text 3"/>
          <p:cNvSpPr/>
          <p:nvPr/>
        </p:nvSpPr>
        <p:spPr>
          <a:xfrm>
            <a:off x="914400" y="4114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Analogía simple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452628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es como el “Control de cambios” de Word: un mecanismo en tu computadora que registra qué cambió, cuándo y quién lo hizo.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es como Google Drive: un lugar en internet donde subes esos archivos (con su historial incluido) para respaldarlos y compartirlos.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Git y GitHub · IAD-2413 · ITD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Instalación · Paso 1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Git en tu computadora, según tu sistema operativo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713232" y="1627632"/>
            <a:ext cx="329184" cy="329184"/>
          </a:xfrm>
          <a:prstGeom prst="ellipse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713232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59105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1883664"/>
            <a:ext cx="278892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el instalador desde git-scm.com y deja las opciones por defecto. Incluye Git Bash.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4507992" y="1627632"/>
            <a:ext cx="329184" cy="329184"/>
          </a:xfrm>
          <a:prstGeom prst="ellipse">
            <a:avLst/>
          </a:prstGeom>
          <a:solidFill>
            <a:srgbClr val="9B4F9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4507992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59105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macOS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1883664"/>
            <a:ext cx="278892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 install git   (o)   xcode-select --install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463040"/>
            <a:ext cx="35661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8302752" y="1627632"/>
            <a:ext cx="329184" cy="329184"/>
          </a:xfrm>
          <a:prstGeom prst="ellipse">
            <a:avLst/>
          </a:prstGeom>
          <a:solidFill>
            <a:srgbClr val="E76F0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8302752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732520" y="159105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(Ubuntu/Debian)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732520" y="1883664"/>
            <a:ext cx="278892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apt update</a:t>
            </a:r>
            <a:endParaRPr lang="en-US" sz="12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apt install git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11064240" cy="1188720"/>
          </a:xfrm>
          <a:prstGeom prst="roundRect">
            <a:avLst>
              <a:gd name="adj" fmla="val 4615"/>
            </a:avLst>
          </a:prstGeom>
          <a:solidFill>
            <a:srgbClr val="1B1D2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749808" y="4096512"/>
            <a:ext cx="201168" cy="201168"/>
          </a:xfrm>
          <a:prstGeom prst="ellipse">
            <a:avLst/>
          </a:prstGeom>
          <a:solidFill>
            <a:srgbClr val="1F9D7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1024128" y="40416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INSTALACION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9808" y="4462272"/>
            <a:ext cx="10661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--version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 muestra un numero como "git version 2.43.0", ya quedo instalado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DF0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914400" y="534924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curso trabajamos con VS Code: no necesitas configurar nada extra ahí, VS Code detecta Git automáticamente.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Git y GitHub · IAD-2413 · ITD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Instalación · Pasos 2 y 3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tu identidad en Git y crear tu cuenta en GitHub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920240"/>
          </a:xfrm>
          <a:prstGeom prst="roundRect">
            <a:avLst>
              <a:gd name="adj" fmla="val 2857"/>
            </a:avLst>
          </a:prstGeom>
          <a:solidFill>
            <a:srgbClr val="1B1D2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749808" y="1627632"/>
            <a:ext cx="201168" cy="201168"/>
          </a:xfrm>
          <a:prstGeom prst="ellipse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1024128" y="15727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IDENTIDAD (una sola vez)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1993392"/>
            <a:ext cx="106619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user.name "Tu Nombre"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user.email "tu_correo@ejemplo.com"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--list        # confirma que quedo guardado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61188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EDF0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914400" y="36118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información queda registrada en cada commit que hagas. Usa el mismo correo que vayas a usar en tu cuenta de GitHub.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70916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914400" y="4892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Crear tu cuenta en GitHub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5257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a github.com → botón “Sign up” → registra correo, usuario y contraseña. Con eso ya tienes el lugar donde vivirán tus repositorios remotos.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Git y GitHub · IAD-2413 · ITD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Instalación · Paso 4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Git con GitHub — la parte donde todos se atoran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DF0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2021, GitHub ya NO acepta tu usuario y contraseña normales por terminal. Necesitas una de estas dos formas de autenticarte: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713232" y="2724912"/>
            <a:ext cx="329184" cy="329184"/>
          </a:xfrm>
          <a:prstGeom prst="ellipse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713232" y="2724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688336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 de acceso personal (HTTPS)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980944"/>
            <a:ext cx="461772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&gt; Developer settings &gt; Personal access tokens &gt; Generate new token. Lo copias, y la primera vez que hagas git push, lo pegas donde pide la contraseña. Recomendado para empezar.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560320"/>
            <a:ext cx="53949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6382512" y="2724912"/>
            <a:ext cx="329184" cy="329184"/>
          </a:xfrm>
          <a:prstGeom prst="ellipse">
            <a:avLst/>
          </a:prstGeom>
          <a:solidFill>
            <a:srgbClr val="9B4F9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6382512" y="2724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12280" y="2688336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Llave SSH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12280" y="2980944"/>
            <a:ext cx="461772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ssh-keygen -t ed25519 -C "tu_correo"  y agregas la llave pública en Settings &gt; SSH and GPG keys. No vuelve a pedir contraseña ni token.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12064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1B1D2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749808" y="5285232"/>
            <a:ext cx="201168" cy="201168"/>
          </a:xfrm>
          <a:prstGeom prst="ellipse">
            <a:avLst/>
          </a:prstGeom>
          <a:solidFill>
            <a:srgbClr val="1F9D7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1024128" y="52303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9808" y="5650992"/>
            <a:ext cx="106619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Icono de cuenta (esquina inferior izquierda) -&gt; "Sign in with GitHub"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Git y GitHub · IAD-2413 · ITD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Instalación · Paso 5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rápida: confirmar que todo quedó instalado y conectado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39"/>
            <a:ext cx="11064240" cy="2548243"/>
          </a:xfrm>
          <a:prstGeom prst="roundRect">
            <a:avLst>
              <a:gd name="adj" fmla="val 2308"/>
            </a:avLst>
          </a:prstGeom>
          <a:solidFill>
            <a:srgbClr val="1B1D2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749808" y="1627632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1024128" y="15727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1993392"/>
            <a:ext cx="106619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prueba-git &amp;&amp; cd prueba-git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"Hola mundo" &gt; prueba.txt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"Primer commit de prueba"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 origin https://github.com/tu-usuario/prueba-git.git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main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1148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del último paso, crea un repositorio vacío en GitHub (botón “New”) y copia su URL para reemplazarla en el comando anterior.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566928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EDF0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914400" y="56692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 recargar la página del repositorio en GitHub ves tu archivo prueba.txt, todo quedó instalado y conectado correctamente.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Git y GitHub · IAD-2413 · ITD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problema resuelve Git?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"ensayo_v2_final_YA.docx" a un historial ordenado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1B1D2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749808" y="1627632"/>
            <a:ext cx="201168" cy="201168"/>
          </a:xfrm>
          <a:prstGeom prst="ellipse">
            <a:avLst/>
          </a:prstGeom>
          <a:solidFill>
            <a:srgbClr val="9AA0B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1024128" y="15727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GIT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1993392"/>
            <a:ext cx="49926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ensayo.docx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ensayo_v2.docx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ensayo_v2_final.docx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ensayo_v2_final_YA.docx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ensayo_v2_final_YA_de_verdad.docx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649224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9D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GIT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201168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el historial completo sin duplicar archivos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regresar a cualquier versión anterior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Varias personas trabajan en el mismo proyecto sin pisarse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exactamente qué cambió, cuándo y quién lo hizo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11064240" cy="2423160"/>
          </a:xfrm>
          <a:prstGeom prst="roundRect">
            <a:avLst>
              <a:gd name="adj" fmla="val 3019"/>
            </a:avLst>
          </a:prstGeom>
          <a:solidFill>
            <a:srgbClr val="EDF0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914400" y="3794760"/>
            <a:ext cx="103327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guarda el historial completo de cambios dentro de una sola carpeta. Cada “foto” del proyecto se llama commit, y puedes regresar a cualquiera de ellas cuando quieras — sin duplicar archivos, sin caos de nombres, y sabiendo siempre quién cambió qué y por qué.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Git y GitHub · IAD-2413 · ITD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Conceptos fundamentales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vocabulario base, con una analogía para cada uno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4846317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23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es?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Analogía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Repositorio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carpeta del proyecto con el historial activado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“foto” guardada del proyecto, con un mensaje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fotograma de una película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Staging area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Eliges qué cambios entran al próximo commit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Armar la caja antes de enviarla por correo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Working directory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Tus archivos tal como están ahora mismo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(rama)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línea de desarrollo independiente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borrador aparte antes de pasar en limpio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23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copia del repositorio en un servidor (GitHub)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Git y GitHub · IAD-2413 · ITD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flujo básico de Git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que se repite una y otra vez, solo en tu computadora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713232" y="1627632"/>
            <a:ext cx="329184" cy="329184"/>
          </a:xfrm>
          <a:prstGeom prst="ellipse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713232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59105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Editas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883664"/>
            <a:ext cx="2788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Modificas archivos en tu carpeta de trabajo.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4507992" y="1627632"/>
            <a:ext cx="329184" cy="329184"/>
          </a:xfrm>
          <a:prstGeom prst="ellipse">
            <a:avLst/>
          </a:prstGeom>
          <a:solidFill>
            <a:srgbClr val="9B4F9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4507992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59105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Preparas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883664"/>
            <a:ext cx="2788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Eliges qué cambios entran al próximo commit.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46304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8302752" y="1627632"/>
            <a:ext cx="329184" cy="329184"/>
          </a:xfrm>
          <a:prstGeom prst="ellipse">
            <a:avLst/>
          </a:prstGeom>
          <a:solidFill>
            <a:srgbClr val="E76F0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8302752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732520" y="159105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Guardas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732520" y="1883664"/>
            <a:ext cx="2788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Confirmas esos cambios como un commit.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246120"/>
            <a:ext cx="11064240" cy="2926080"/>
          </a:xfrm>
          <a:prstGeom prst="roundRect">
            <a:avLst>
              <a:gd name="adj" fmla="val 1875"/>
            </a:avLst>
          </a:prstGeom>
          <a:solidFill>
            <a:srgbClr val="1B1D2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749808" y="3410712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1024128" y="33558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9808" y="3776472"/>
            <a:ext cx="10661904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                     # (solo una vez) convierte la carpeta en repositorio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archivo.py           # prepara un archivo especifico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                    # prepara TODOS los archivos modificados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"Agrego la funcion de login"   # guarda el commit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     # que cambio, que esta listo para el commit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       # historial de commits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diff       # que lineas exactas cambiaron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Git y GitHub · IAD-2413 · ITD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Ramas: qué son en realidad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una copia de archivos — es una etiqueta que apunta a un commit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rama es solo un marcador que dice “hasta aquí llega esta línea de trabajo”. Por eso crear una rama en Git es instantáneo: no se duplica nada, solo se agrega un nuevo nombre sobre el historial que ya existe.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306324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1B1D2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749808" y="3227832"/>
            <a:ext cx="201168" cy="201168"/>
          </a:xfrm>
          <a:prstGeom prst="ellipse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1024128" y="31729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QUE MAIN AVANCE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3593592"/>
            <a:ext cx="10661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C4 (feature)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/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C1 --- C2 --- C3 (main)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61772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1B1D2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749808" y="4782312"/>
            <a:ext cx="201168" cy="201168"/>
          </a:xfrm>
          <a:prstGeom prst="ellipse">
            <a:avLst/>
          </a:prstGeom>
          <a:solidFill>
            <a:srgbClr val="9B4F9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1024128" y="47274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MAIN TAMBIEN AVANZA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9808" y="5148072"/>
            <a:ext cx="10661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C4 --- C5 (feature)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/</a:t>
            </a:r>
            <a:endParaRPr lang="en-US" sz="1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C1 --- C2 --- C3 --- C6 (main)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Git y GitHub · IAD-2413 · ITD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existen las ramas?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main siempre estable mientras se experimenta en otro lado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EDF0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nunca quieres que el código a medias esté mezclado con el código que ya funciona y que otros están usando.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11064240" cy="3429000"/>
          </a:xfrm>
          <a:prstGeom prst="roundRect">
            <a:avLst>
              <a:gd name="adj" fmla="val 1600"/>
            </a:avLst>
          </a:prstGeom>
          <a:solidFill>
            <a:srgbClr val="1B1D2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749808" y="2907792"/>
            <a:ext cx="201168" cy="201168"/>
          </a:xfrm>
          <a:prstGeom prst="ellipse">
            <a:avLst/>
          </a:prstGeom>
          <a:solidFill>
            <a:srgbClr val="E76F0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1024128" y="285292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BASICOS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3273552"/>
            <a:ext cx="1066190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                    # ver las ramas que existen (y en cual estoy)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nueva-funcion       # crear una rama nueva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nueva-funcion     # moverme a esa rama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-b nueva-funcion  # crear la rama Y moverme, en un solo paso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nueva-funcion       # forma moderna de moverme entre ramas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nueva-funcion        # (en main) traer los cambios de la rama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-d nueva-funcion    # borrar una rama ya fusionada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Git y GitHub · IAD-2413 · ITD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casos de uso reales de las ramas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Distintos escenarios, la misma herramienta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713232" y="1627632"/>
            <a:ext cx="329184" cy="329184"/>
          </a:xfrm>
          <a:prstGeom prst="ellipse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713232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59105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Función nueva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883664"/>
            <a:ext cx="27889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algo grande sin arriesgar el código que ya está en producción.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4630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4507992" y="1627632"/>
            <a:ext cx="329184" cy="329184"/>
          </a:xfrm>
          <a:prstGeom prst="ellipse">
            <a:avLst/>
          </a:prstGeom>
          <a:solidFill>
            <a:srgbClr val="9B4F9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4507992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59105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Hotfix urgente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883664"/>
            <a:ext cx="27889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Corregir un error grave en producción sin arrastrar trabajo pendiente en main.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4630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8302752" y="1627632"/>
            <a:ext cx="329184" cy="329184"/>
          </a:xfrm>
          <a:prstGeom prst="ellipse">
            <a:avLst/>
          </a:prstGeom>
          <a:solidFill>
            <a:srgbClr val="E76F0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8302752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732520" y="159105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Experimento (spike)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732520" y="1883664"/>
            <a:ext cx="27889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una idea riesgosa; si no funciona, se borra la rama sin dejar rastro.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79476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713232" y="3959352"/>
            <a:ext cx="329184" cy="329184"/>
          </a:xfrm>
          <a:prstGeom prst="ellipse">
            <a:avLst/>
          </a:prstGeom>
          <a:solidFill>
            <a:srgbClr val="1F9D7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713232" y="3959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392277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Equipo en paralelo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4215384"/>
            <a:ext cx="27889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integrante trabaja su propia tarea en su propia rama, sin pisarse.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379476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5" name="Shape 23"/>
          <p:cNvSpPr/>
          <p:nvPr/>
        </p:nvSpPr>
        <p:spPr>
          <a:xfrm>
            <a:off x="4507992" y="3959352"/>
            <a:ext cx="329184" cy="329184"/>
          </a:xfrm>
          <a:prstGeom prst="ellipse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4507992" y="3959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37760" y="392277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Varias versiones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7760" y="4215384"/>
            <a:ext cx="27889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release/v1.0 estable mientras se desarrolla release/v2.0.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Git y GitHub · IAD-2413 · ITD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 tiene el visto bueno: ¿cómo la integro?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Camino 1 — directo por línea de comandos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2651760"/>
          </a:xfrm>
          <a:prstGeom prst="roundRect">
            <a:avLst>
              <a:gd name="adj" fmla="val 2069"/>
            </a:avLst>
          </a:prstGeom>
          <a:solidFill>
            <a:srgbClr val="1B1D2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749808" y="1627632"/>
            <a:ext cx="201168" cy="2011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1024128" y="15727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1993392"/>
            <a:ext cx="10661904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main                    # 1. me paro en la rama que va a recibir los cambios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                             # 2. me aseguro de tener la version mas reciente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nombre-de-tu-rama          # 3. traigo los cambios de mi rama hacia main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                            # 4. subo esa fusion a GitHub</a:t>
            </a:r>
            <a:endParaRPr lang="en-US" sz="13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-d nombre-de-tu-rama      # 5. borro la rama local, ya cumplio su funcion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434340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713232" y="4507992"/>
            <a:ext cx="329184" cy="329184"/>
          </a:xfrm>
          <a:prstGeom prst="ellipse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713232" y="45079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4471416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Fast-forward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4764024"/>
            <a:ext cx="46177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nadie más tocó main, Git solo adelanta la etiqueta hasta tu rama. El caso más simple.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4343400"/>
            <a:ext cx="53949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6382512" y="4507992"/>
            <a:ext cx="329184" cy="329184"/>
          </a:xfrm>
          <a:prstGeom prst="ellipse">
            <a:avLst/>
          </a:prstGeom>
          <a:solidFill>
            <a:srgbClr val="9B4F9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6382512" y="45079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12280" y="4471416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 commit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12280" y="4764024"/>
            <a:ext cx="46177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main avanzó mientras tanto, Git crea un commit especial que une ambas líneas de historia.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Git y GitHub · IAD-2413 · ITD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 tiene el visto bueno: ¿cómo la integro?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Camino 2 — con un Pull Request en GitHub (lo normal en equipo)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10332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Subes tu rama: git push -u origin nombre-de-tu-rama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Abres un Pull Request: “quiero integrar esto a main”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El equipo revisa el código y comenta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▸"/>
            </a:pPr>
            <a:r>
              <a:rPr lang="en-US" sz="14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Al aprobar, alguien presiona “Merge pull request” en GitHub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11880"/>
          <a:ext cx="11064240" cy="18288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38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Opción del botón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hace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commit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Conserva todos tus commits tal cual, más uno de fusión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Squash and merge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Junta todos tus commits en uno solo y limpio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Rebase and merge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Coloca tus commits justo después de los de main, sin bifurcación visible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62356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EDF0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914400" y="562356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 terminar: git checkout main  →  git pull  (para traer el resultado a tu computadora)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Git y GitHub · IAD-2413 · ITD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¿Y si hay un conflicto?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dos personas editan las mismas líneas, en ramas distintas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2377440"/>
          </a:xfrm>
          <a:prstGeom prst="roundRect">
            <a:avLst>
              <a:gd name="adj" fmla="val 2308"/>
            </a:avLst>
          </a:prstGeom>
          <a:solidFill>
            <a:srgbClr val="1B1D2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749808" y="1627632"/>
            <a:ext cx="201168" cy="201168"/>
          </a:xfrm>
          <a:prstGeom prst="ellipse">
            <a:avLst/>
          </a:prstGeom>
          <a:solidFill>
            <a:srgbClr val="E76F0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1024128" y="15727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CONFLICT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1993392"/>
            <a:ext cx="1066190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&lt;&lt;&lt;&lt;&lt;&lt;&lt; HEAD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mensaje = "Hola desde main"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mensaje = "Hola desde mi rama"</a:t>
            </a:r>
            <a:endParaRPr lang="en-US" sz="15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&gt;&gt;&gt;&gt;&gt;&gt;&gt; nombre-de-tu-rama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1148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713232" y="4279392"/>
            <a:ext cx="329184" cy="329184"/>
          </a:xfrm>
          <a:prstGeom prst="ellipse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713232" y="4279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424281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Decides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43000" y="4535424"/>
            <a:ext cx="2788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Abres el archivo y eliges qué versión (o combinación) debe quedar.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43400" y="41148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4507992" y="4279392"/>
            <a:ext cx="329184" cy="329184"/>
          </a:xfrm>
          <a:prstGeom prst="ellipse">
            <a:avLst/>
          </a:prstGeom>
          <a:solidFill>
            <a:srgbClr val="9B4F9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4507992" y="4279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424281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Limpias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937760" y="4535424"/>
            <a:ext cx="2788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Borras las líneas &lt;&lt;&lt;&lt;&lt;&lt;&lt;, ======= y &gt;&gt;&gt;&gt;&gt;&gt;&gt; que Git agregó.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138160" y="411480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8302752" y="4279392"/>
            <a:ext cx="329184" cy="329184"/>
          </a:xfrm>
          <a:prstGeom prst="ellipse">
            <a:avLst/>
          </a:prstGeom>
          <a:solidFill>
            <a:srgbClr val="E76F0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8302752" y="4279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732520" y="424281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Confirmas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732520" y="4535424"/>
            <a:ext cx="278892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archivo.py  →  git commit -m "Resuelvo conflicto"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6035040"/>
            <a:ext cx="11064240" cy="365760"/>
          </a:xfrm>
          <a:prstGeom prst="roundRect">
            <a:avLst>
              <a:gd name="adj" fmla="val 15000"/>
            </a:avLst>
          </a:prstGeom>
          <a:solidFill>
            <a:srgbClr val="EDF0FA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error grave — es Git pidiéndote que tú decidas.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Git y GitHub · IAD-2413 · ITD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¿Dónde entra GitHub?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anterior pasaba solo en tu computadora — hasta ahora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737360"/>
          </a:xfrm>
          <a:prstGeom prst="roundRect">
            <a:avLst>
              <a:gd name="adj" fmla="val 3158"/>
            </a:avLst>
          </a:prstGeom>
          <a:solidFill>
            <a:srgbClr val="1B1D2A"/>
          </a:solidFill>
          <a:ln/>
          <a:effectLst>
            <a:outerShdw blurRad="76200" dist="254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749808" y="1627632"/>
            <a:ext cx="201168" cy="201168"/>
          </a:xfrm>
          <a:prstGeom prst="ellipse">
            <a:avLst/>
          </a:prstGeom>
          <a:solidFill>
            <a:srgbClr val="1F9D7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1024128" y="15727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 &lt;——&gt;  GITHUB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1993392"/>
            <a:ext cx="106619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 computadora (local)                    GitHub (remoto/nube)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git add / git commit          --push--&gt;   ahi queda subida tu copia</a:t>
            </a:r>
            <a:endParaRPr lang="en-US" sz="13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(repites esto varias veces)   &lt;--pull--   (o traes cambios de otros)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29000"/>
          <a:ext cx="11064240" cy="265176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Comando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hace?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clone &lt;url&gt;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Descarga una copia completa de un repositorio de GitHub, con su historial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push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Sube tus commits locales a GitHub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pull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Descarga los commits nuevos de GitHub y los mezcla en tu copia local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B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remote add origin &lt;url&gt;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4A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Conecta un repositorio local con uno vacío en GitHub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Git y GitHub · IAD-2413 · ITD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Conceptos exclusivos de GitHub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 porque GitHub es una plataforma social/colaborativa, no por Git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713232" y="1627632"/>
            <a:ext cx="329184" cy="329184"/>
          </a:xfrm>
          <a:prstGeom prst="ellipse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713232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591056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883664"/>
            <a:ext cx="461772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propia copia, en tu cuenta, de un repositorio ajeno.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6382512" y="1627632"/>
            <a:ext cx="329184" cy="329184"/>
          </a:xfrm>
          <a:prstGeom prst="ellipse">
            <a:avLst/>
          </a:prstGeom>
          <a:solidFill>
            <a:srgbClr val="9B4F9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6382512" y="1627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12280" y="1591056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Pull Request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12280" y="1883664"/>
            <a:ext cx="461772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formal de incorporar tus cambios al proyecto original.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713232" y="4096512"/>
            <a:ext cx="329184" cy="329184"/>
          </a:xfrm>
          <a:prstGeom prst="ellipse">
            <a:avLst/>
          </a:prstGeom>
          <a:solidFill>
            <a:srgbClr val="E76F0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713232" y="4096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4059936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4352544"/>
            <a:ext cx="461772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de pendientes: reportar errores o proponer ideas.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393192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6382512" y="4096512"/>
            <a:ext cx="329184" cy="329184"/>
          </a:xfrm>
          <a:prstGeom prst="ellipse">
            <a:avLst/>
          </a:prstGeom>
          <a:solidFill>
            <a:srgbClr val="1F9D7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6382512" y="4096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12280" y="4059936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README.md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12280" y="4352544"/>
            <a:ext cx="461772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carta de presentación de un repositorio.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Git y GitHub · IAD-2413 · ITD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023360" cy="4023360"/>
          </a:xfrm>
          <a:prstGeom prst="ellipse">
            <a:avLst/>
          </a:prstGeom>
          <a:solidFill>
            <a:srgbClr val="2735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idea que se debe quedar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27358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1005840" y="1600200"/>
            <a:ext cx="10149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es el motor que lleva el historial de cambios de tu proyecto, en tu propia computadora.</a:t>
            </a:r>
            <a:endParaRPr lang="en-US" sz="17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es el lugar en internet donde guardas una copia de ese historial y lo compartes con otras personas.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3429000"/>
            <a:ext cx="365760" cy="365760"/>
          </a:xfrm>
          <a:prstGeom prst="ellipse">
            <a:avLst/>
          </a:prstGeom>
          <a:solidFill>
            <a:srgbClr val="3776A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33832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Commits, ramas, pull requests y forks son piezas para un mismo fin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160520"/>
            <a:ext cx="365760" cy="365760"/>
          </a:xfrm>
          <a:prstGeom prst="ellipse">
            <a:avLst/>
          </a:prstGeom>
          <a:solidFill>
            <a:srgbClr val="9B4F9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64008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88720" y="41148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que el trabajo en equipo sobre el mismo código sea un caos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892040"/>
            <a:ext cx="365760" cy="365760"/>
          </a:xfrm>
          <a:prstGeom prst="ellipse">
            <a:avLst/>
          </a:prstGeom>
          <a:solidFill>
            <a:srgbClr val="E76F0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64008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48463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 el flujo básico antes de complicarte con ramas y PRs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5715000"/>
            <a:ext cx="10881360" cy="0"/>
          </a:xfrm>
          <a:prstGeom prst="line">
            <a:avLst/>
          </a:prstGeom>
          <a:noFill/>
          <a:ln w="19050">
            <a:solidFill>
              <a:srgbClr val="3D4A9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practicar el flujo completo (init, add, commit, push, pull) sobre un proyecto pequeño en pareja.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A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Tecnológico de Durango · TecNM · Fundamentos de Programación (IAD-2413)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2225</Words>
  <Application>Microsoft Office PowerPoint</Application>
  <PresentationFormat>Panorámica</PresentationFormat>
  <Paragraphs>313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Sergio Valdez Hernandez</cp:lastModifiedBy>
  <cp:revision>2</cp:revision>
  <dcterms:created xsi:type="dcterms:W3CDTF">2026-07-28T15:32:41Z</dcterms:created>
  <dcterms:modified xsi:type="dcterms:W3CDTF">2026-07-29T16:27:32Z</dcterms:modified>
</cp:coreProperties>
</file>